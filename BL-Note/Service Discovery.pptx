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2" r:id="rId4"/>
    <p:sldId id="263" r:id="rId5"/>
    <p:sldId id="26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B0D96-8710-1B49-9DD9-4D232F253B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2F1C2F-25BF-5ED8-03F0-9A3A30713F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9BD874-6189-E4A8-02BC-28745BB1D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969D2-541C-4335-8075-DFB0741238C3}" type="datetimeFigureOut">
              <a:rPr lang="en-US" smtClean="0"/>
              <a:t>5/10/2022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3651FE-7616-FAF9-0392-3660188B7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E536A8-E118-B664-C2AF-F98EA4E13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CEF5E-2D1A-4CB3-8BC4-912E2A6C66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702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ABEE6-BAE8-2EB7-7958-D606901E9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8A9E8-D6B7-1037-BC0C-474F5490FF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828098-B545-AA2E-3542-E4ABEA440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969D2-541C-4335-8075-DFB0741238C3}" type="datetimeFigureOut">
              <a:rPr lang="en-US" smtClean="0"/>
              <a:t>5/10/2022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E0201-66BC-E0D2-6A6E-28820B5D6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CBAEE3-96A7-FF73-E4F2-58DCC47AA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CEF5E-2D1A-4CB3-8BC4-912E2A6C66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694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AB04C-4E82-0039-2210-65D007258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92A42D-6DFE-9D2A-CF72-C1ACC32944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07BC4-2206-522B-9F46-27042D2A7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969D2-541C-4335-8075-DFB0741238C3}" type="datetimeFigureOut">
              <a:rPr lang="en-US" smtClean="0"/>
              <a:t>5/10/2022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73231-7EA7-EAF4-1B73-32F92CA1C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2BD0C-19FD-4AD5-8E02-5E7B6C6AF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CEF5E-2D1A-4CB3-8BC4-912E2A6C66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355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1AA36-EF2E-6E3D-FD38-F4F5BB497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D3F65-035E-212B-FD38-53A829035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6FA9E9-BEFF-FB0C-B091-64A57C364A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5A8BA5-13C9-6F54-A590-AED146956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969D2-541C-4335-8075-DFB0741238C3}" type="datetimeFigureOut">
              <a:rPr lang="en-US" smtClean="0"/>
              <a:t>5/10/2022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9FB4EC-0381-E642-C380-489B0788A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7EF28B-9A03-D814-8CF0-037B225BE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CEF5E-2D1A-4CB3-8BC4-912E2A6C66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424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30129-4D7A-A171-F57F-19E9E4017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39C75E-018B-3B88-DFDA-0F7F29CFAB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6154C8-937C-C9BD-3E72-4D1D6ACDDC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542245-9ABE-B05D-CDA3-142538A82D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BC14BA-1F63-7212-1437-3831F38B2C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DF3025-3611-FABF-3A31-CA4D0765F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969D2-541C-4335-8075-DFB0741238C3}" type="datetimeFigureOut">
              <a:rPr lang="en-US" smtClean="0"/>
              <a:t>5/10/2022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37CA1C-3045-989A-549F-A5ECCC691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0715E8-B566-9340-28F1-6FED75FE9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CEF5E-2D1A-4CB3-8BC4-912E2A6C66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373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A858F-53FF-7599-616A-F9AD5D1B5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608C23-5BFB-0D2D-5348-AAFA29817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969D2-541C-4335-8075-DFB0741238C3}" type="datetimeFigureOut">
              <a:rPr lang="en-US" smtClean="0"/>
              <a:t>5/10/2022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D0FD7B-C06B-8CBB-E35D-183D802AB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162955-8DD5-02A0-00BF-7B91E7F1C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CEF5E-2D1A-4CB3-8BC4-912E2A6C66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384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73C601-132F-BA56-8B01-B95245D9D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969D2-541C-4335-8075-DFB0741238C3}" type="datetimeFigureOut">
              <a:rPr lang="en-US" smtClean="0"/>
              <a:t>5/10/2022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098E3D-20B2-8AA8-9E6E-97E5250E6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628C2A-DCDB-2A77-EBFD-0C86FB02C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CEF5E-2D1A-4CB3-8BC4-912E2A6C66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662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5F2EB-C70A-047E-6AB5-9F225B02A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FC2C9-AAB7-96AD-7E98-88A1C734B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89E7DA-263D-13F5-8DEA-C62512EB2B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D38E98-EDE7-EAAA-2936-C9D972155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969D2-541C-4335-8075-DFB0741238C3}" type="datetimeFigureOut">
              <a:rPr lang="en-US" smtClean="0"/>
              <a:t>5/10/2022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CAE0B-DA75-BE4A-E7FB-41C2E4DD3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1AE52D-EFB0-A13A-DE7A-A66DFE953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CEF5E-2D1A-4CB3-8BC4-912E2A6C66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19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EB3D7-7500-5034-651F-C2CBB70EF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B184F3-1FEC-CA9D-5EA7-DBB50A9262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C435DF-C959-C5CC-EA09-D2C2684CBA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792F83-1CEA-3802-2346-8EB924274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969D2-541C-4335-8075-DFB0741238C3}" type="datetimeFigureOut">
              <a:rPr lang="en-US" smtClean="0"/>
              <a:t>5/10/2022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E29AC8-6E43-7AAB-76BD-766D54F2D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5C2DC2-1055-3799-A7F8-32D19838F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CEF5E-2D1A-4CB3-8BC4-912E2A6C66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17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740D3-173B-2115-3CEC-C87C2DA3F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C16319-1FB5-50F2-F1C2-63F85411A5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B5AC1-5072-766B-CD3C-164AD57ED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969D2-541C-4335-8075-DFB0741238C3}" type="datetimeFigureOut">
              <a:rPr lang="en-US" smtClean="0"/>
              <a:t>5/10/2022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7E74B-CC98-96E1-A8FE-DF5331707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52BF38-1E79-5C1C-13D5-78882CE7D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CEF5E-2D1A-4CB3-8BC4-912E2A6C66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860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830C02-72B9-02E2-4193-0F4B8A8134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078DED-EE0C-342E-05C5-3FB15B3BDE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BD9B1-B123-D0C5-9C58-219A02B4C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969D2-541C-4335-8075-DFB0741238C3}" type="datetimeFigureOut">
              <a:rPr lang="en-US" smtClean="0"/>
              <a:t>5/10/2022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68B3A-2EB9-BA9E-99BC-82626AFB8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C989D6-22CD-60FF-2E82-FAABD7238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CEF5E-2D1A-4CB3-8BC4-912E2A6C66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957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ADE7FD-528F-9192-130D-A86617C86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CFE057-D3DC-A0D5-1A63-58DFB69646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5EB87-9F70-4730-3ABB-3B4802019D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A969D2-541C-4335-8075-DFB0741238C3}" type="datetimeFigureOut">
              <a:rPr lang="en-US" smtClean="0"/>
              <a:t>5/10/2022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297DE8-C327-EFCB-6BFF-72AD46600B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E6BFD4-DD19-B653-5413-428CF765B0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1CEF5E-2D1A-4CB3-8BC4-912E2A6C66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483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B2B96-FB05-9599-5B37-CE2517797A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err="1"/>
              <a:t>Kubernete</a:t>
            </a:r>
            <a:r>
              <a:rPr lang="en-US" b="1" dirty="0"/>
              <a:t> Service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B4987E-60BA-008B-4C4A-95D73D36A0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915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B2B96-FB05-9599-5B37-CE2517797A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B4987E-60BA-008B-4C4A-95D73D36A0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FBE5DB-5620-8262-E915-C5B1C897BC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110" y="942628"/>
            <a:ext cx="8750186" cy="49727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414B9D-BC51-21E3-7982-CCEDAFC79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7730" y="995023"/>
            <a:ext cx="8516539" cy="4867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465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B2B96-FB05-9599-5B37-CE2517797A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B4987E-60BA-008B-4C4A-95D73D36A0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FBE5DB-5620-8262-E915-C5B1C897BC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110" y="942628"/>
            <a:ext cx="8750186" cy="497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112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B2B96-FB05-9599-5B37-CE2517797A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B4987E-60BA-008B-4C4A-95D73D36A0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AF72FE-9EA5-874B-4426-253CDE703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179" y="1647576"/>
            <a:ext cx="7287642" cy="3562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113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B2B96-FB05-9599-5B37-CE2517797A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B4987E-60BA-008B-4C4A-95D73D36A0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AF72FE-9EA5-874B-4426-253CDE703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179" y="1647576"/>
            <a:ext cx="7287642" cy="35628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2DCC6C2-B2AB-CEC7-AC30-36B9F8E07C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4441" y="1504681"/>
            <a:ext cx="8183117" cy="384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133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2</Words>
  <Application>Microsoft Office PowerPoint</Application>
  <PresentationFormat>Widescreen</PresentationFormat>
  <Paragraphs>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Kubernete Service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Service Discovery</dc:title>
  <dc:creator>Subrat Sahu</dc:creator>
  <cp:lastModifiedBy>Subrat Sahu</cp:lastModifiedBy>
  <cp:revision>3</cp:revision>
  <dcterms:created xsi:type="dcterms:W3CDTF">2022-05-10T09:35:00Z</dcterms:created>
  <dcterms:modified xsi:type="dcterms:W3CDTF">2022-05-10T14:18:32Z</dcterms:modified>
</cp:coreProperties>
</file>