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6" r:id="rId2"/>
    <p:sldId id="265" r:id="rId3"/>
    <p:sldId id="260" r:id="rId4"/>
    <p:sldId id="262" r:id="rId5"/>
    <p:sldId id="258" r:id="rId6"/>
    <p:sldId id="267" r:id="rId7"/>
    <p:sldId id="264" r:id="rId8"/>
    <p:sldId id="268" r:id="rId9"/>
    <p:sldId id="259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5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25EB-5C3E-E69B-2272-F63F575EE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21A36-AFDC-0C56-D6AB-D53D1EE4C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0D70E-FC0D-D746-12B7-CC3BAB02B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D4871-7C85-9253-69ED-4DF8647F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A382F-EB96-0656-6D2E-49803535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9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645A-987D-E21C-71D3-564C0522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46DC4-40D8-193C-D049-9DF0A63A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1AFA0-9C96-D0A2-0F2A-F27014DE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DFD70-F615-B7C6-D1BD-93ED2EE14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43C80-8B6C-E7B7-745C-DC101C4FB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0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7D81-3F5C-CA30-3E88-A3D457DE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49EAE-121E-306A-0216-5B0E01B92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900C0-75D4-77AB-60F4-BBA20687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708CC-24C1-40E2-9534-17E476A4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53386-E5A0-C733-2896-033D5AE2E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99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8579-302C-3E49-2416-80762375A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627C5-31CD-B334-1131-0B1D09806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72BAB-59AE-3C29-62E9-7EC5E862F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81F74-C182-A02F-3DF1-BF1AD125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9B190-D104-11B7-B248-396274DB0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56EBA-2543-FF8E-8FEE-1216B8A7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954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CBD0D-78C4-CA8E-5F26-F9589C15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A4B41-AC42-28F0-4F5D-06324CC3D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799B8-5D49-0BD5-D59D-A53A85F38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32768A-67E7-FD7D-2937-8EE2A1EBD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FAF3AD-E07D-5EC8-313E-882864C12B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D0C630-D53E-2B63-EE68-40FCE807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0BC91F-B218-02CC-FEAA-98E93D1FE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F278C8-1DFC-7E2B-B1F0-05DAD96E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7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DA83-D8DD-4137-A62D-B6759738A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29730-99CE-2E9F-0CE2-CC9297D0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064FA-4D04-1C48-6A8C-0CC7BB15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70615-1397-FA05-71AB-F5ACF823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92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ED66B-8FD2-E0DD-6656-19216189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331F6-7761-F175-AC73-F8DC9F7B2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F8588-5EA1-F2C1-4CFC-854BC774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0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B7CD8-6F29-633B-9A2A-5AA551EF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4A979-7080-9EE4-DFE7-C27BB4878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0D573-324E-94CE-1B4D-185448DDC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90654-7CA2-7E99-7E74-03970795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25458-32E1-E606-9496-CE262A8E3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0E671-B309-F8C6-CF62-5EDA4664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5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6CF5-C645-73BF-841E-CE8667892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8C069-6174-10FC-B79D-B56C09F65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497A7-C42D-EEC4-6890-BD99DCED9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836F7-B80E-E16B-A453-27433AA4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58076-8EE9-A029-3A1C-A2BF5426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20199-15BE-BE63-5000-120B1FB3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29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54E3-DAA0-2B3B-F29F-41C21320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1BBC5-1773-8569-1EFE-1C5C8CC6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C8B30-403E-8151-819B-1871A39D3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9008C-6E72-60FC-2B1D-F490CEC4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58E35-092A-BC87-D7A1-AAFA46B7B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1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DADF0F-EE37-8B95-658D-4A66D391E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023AC-B2FE-31AC-5468-BFB736A1A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0026-DA2F-CB14-1529-968E40C4A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DF601-4606-D68A-A115-20F1A1D97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A1B2B-1D76-5ACA-1B9B-C73867D9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98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E032B5-3873-200F-1E9E-3E02D9D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A753-3237-5372-00AF-9739D3B82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01707-1C8A-3BDE-7BD5-A04D4F0A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73FA7-4D66-40E0-8A48-AE4D829D8363}" type="datetimeFigureOut">
              <a:rPr lang="en-US" smtClean="0"/>
              <a:t>5/19/2022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F1E08-A41A-ECE2-60A5-DE8FC55D4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02644-0B5C-A800-4B47-C4E15099C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63A52-EBA6-4851-9BBF-88F38A02A1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09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CC67-90C9-5BE1-F391-932BD3EF1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0215" y="644062"/>
            <a:ext cx="9144000" cy="1919029"/>
          </a:xfrm>
        </p:spPr>
        <p:txBody>
          <a:bodyPr>
            <a:normAutofit/>
          </a:bodyPr>
          <a:lstStyle/>
          <a:p>
            <a:r>
              <a:rPr lang="en-US" sz="7200" b="1" u="sng" dirty="0" err="1"/>
              <a:t>Openshift</a:t>
            </a:r>
            <a:r>
              <a:rPr lang="en-US" sz="7200" b="1" u="sng" dirty="0"/>
              <a:t> Storage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A3FEC-E267-D5CF-01FD-0B81BAD09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8760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Persistence Volume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Persistence Volume Claim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Storage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120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C567-03CC-9289-8755-E00BA4C38FA3}"/>
              </a:ext>
            </a:extLst>
          </p:cNvPr>
          <p:cNvSpPr txBox="1"/>
          <p:nvPr/>
        </p:nvSpPr>
        <p:spPr>
          <a:xfrm>
            <a:off x="2639290" y="2875002"/>
            <a:ext cx="69134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2">
                    <a:lumMod val="75000"/>
                  </a:schemeClr>
                </a:solidFill>
              </a:rPr>
              <a:t>Persistence Volume</a:t>
            </a:r>
          </a:p>
        </p:txBody>
      </p:sp>
    </p:spTree>
    <p:extLst>
      <p:ext uri="{BB962C8B-B14F-4D97-AF65-F5344CB8AC3E}">
        <p14:creationId xmlns:p14="http://schemas.microsoft.com/office/powerpoint/2010/main" val="185028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1E3A88-D1C6-769A-7926-F52BEB076D08}"/>
              </a:ext>
            </a:extLst>
          </p:cNvPr>
          <p:cNvSpPr/>
          <p:nvPr/>
        </p:nvSpPr>
        <p:spPr>
          <a:xfrm>
            <a:off x="2833253" y="1625722"/>
            <a:ext cx="2175164" cy="2064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A1A38-B577-C118-890E-817F8495A6D0}"/>
              </a:ext>
            </a:extLst>
          </p:cNvPr>
          <p:cNvSpPr/>
          <p:nvPr/>
        </p:nvSpPr>
        <p:spPr>
          <a:xfrm>
            <a:off x="3678381" y="2916382"/>
            <a:ext cx="484909" cy="512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BB720B-D9B7-9420-C19B-50A15C2A16DA}"/>
              </a:ext>
            </a:extLst>
          </p:cNvPr>
          <p:cNvSpPr/>
          <p:nvPr/>
        </p:nvSpPr>
        <p:spPr>
          <a:xfrm>
            <a:off x="3678381" y="2791691"/>
            <a:ext cx="484909" cy="1731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DEA65-862F-3EA2-3D14-88CE22EEDD3A}"/>
              </a:ext>
            </a:extLst>
          </p:cNvPr>
          <p:cNvSpPr txBox="1"/>
          <p:nvPr/>
        </p:nvSpPr>
        <p:spPr>
          <a:xfrm flipH="1">
            <a:off x="3357422" y="1625722"/>
            <a:ext cx="91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72473-0366-7FA9-BFF7-76CE31B5A26F}"/>
              </a:ext>
            </a:extLst>
          </p:cNvPr>
          <p:cNvSpPr txBox="1"/>
          <p:nvPr/>
        </p:nvSpPr>
        <p:spPr>
          <a:xfrm>
            <a:off x="3357423" y="3345689"/>
            <a:ext cx="1366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Database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921D8F-42A3-4223-2349-426E59C25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00" y="4059382"/>
            <a:ext cx="6982799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1E3A88-D1C6-769A-7926-F52BEB076D08}"/>
              </a:ext>
            </a:extLst>
          </p:cNvPr>
          <p:cNvSpPr/>
          <p:nvPr/>
        </p:nvSpPr>
        <p:spPr>
          <a:xfrm>
            <a:off x="2675085" y="1871824"/>
            <a:ext cx="1669473" cy="14339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A1A38-B577-C118-890E-817F8495A6D0}"/>
              </a:ext>
            </a:extLst>
          </p:cNvPr>
          <p:cNvSpPr/>
          <p:nvPr/>
        </p:nvSpPr>
        <p:spPr>
          <a:xfrm>
            <a:off x="7502235" y="3715021"/>
            <a:ext cx="484909" cy="512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BB720B-D9B7-9420-C19B-50A15C2A16DA}"/>
              </a:ext>
            </a:extLst>
          </p:cNvPr>
          <p:cNvSpPr/>
          <p:nvPr/>
        </p:nvSpPr>
        <p:spPr>
          <a:xfrm>
            <a:off x="7502236" y="3628430"/>
            <a:ext cx="484909" cy="1731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DEA65-862F-3EA2-3D14-88CE22EEDD3A}"/>
              </a:ext>
            </a:extLst>
          </p:cNvPr>
          <p:cNvSpPr txBox="1"/>
          <p:nvPr/>
        </p:nvSpPr>
        <p:spPr>
          <a:xfrm flipH="1">
            <a:off x="3357422" y="1625722"/>
            <a:ext cx="91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72473-0366-7FA9-BFF7-76CE31B5A26F}"/>
              </a:ext>
            </a:extLst>
          </p:cNvPr>
          <p:cNvSpPr txBox="1"/>
          <p:nvPr/>
        </p:nvSpPr>
        <p:spPr>
          <a:xfrm flipH="1">
            <a:off x="8057970" y="3899871"/>
            <a:ext cx="1302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Database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FD18CF-C8CF-C536-5EF1-DEED81A14556}"/>
              </a:ext>
            </a:extLst>
          </p:cNvPr>
          <p:cNvSpPr/>
          <p:nvPr/>
        </p:nvSpPr>
        <p:spPr>
          <a:xfrm>
            <a:off x="2833254" y="4269203"/>
            <a:ext cx="1669473" cy="14339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60CB29-F578-0C69-4FE2-52172BB99810}"/>
              </a:ext>
            </a:extLst>
          </p:cNvPr>
          <p:cNvCxnSpPr>
            <a:stCxn id="8" idx="3"/>
          </p:cNvCxnSpPr>
          <p:nvPr/>
        </p:nvCxnSpPr>
        <p:spPr>
          <a:xfrm flipV="1">
            <a:off x="4502727" y="4084537"/>
            <a:ext cx="2999508" cy="901639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E8BFB02-9EE4-972F-44A9-1DA738DEAA7E}"/>
              </a:ext>
            </a:extLst>
          </p:cNvPr>
          <p:cNvCxnSpPr>
            <a:stCxn id="2" idx="3"/>
          </p:cNvCxnSpPr>
          <p:nvPr/>
        </p:nvCxnSpPr>
        <p:spPr>
          <a:xfrm>
            <a:off x="4344558" y="2588797"/>
            <a:ext cx="2826328" cy="1089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C74414-0C68-1BDF-5641-F13AF2ED63E6}"/>
              </a:ext>
            </a:extLst>
          </p:cNvPr>
          <p:cNvCxnSpPr>
            <a:cxnSpLocks/>
          </p:cNvCxnSpPr>
          <p:nvPr/>
        </p:nvCxnSpPr>
        <p:spPr>
          <a:xfrm flipH="1" flipV="1">
            <a:off x="5569527" y="2867891"/>
            <a:ext cx="720437" cy="7605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D71061-492E-0A46-30BB-A266036BBEB3}"/>
              </a:ext>
            </a:extLst>
          </p:cNvPr>
          <p:cNvCxnSpPr>
            <a:cxnSpLocks/>
          </p:cNvCxnSpPr>
          <p:nvPr/>
        </p:nvCxnSpPr>
        <p:spPr>
          <a:xfrm flipV="1">
            <a:off x="5780809" y="2867891"/>
            <a:ext cx="391391" cy="76053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BE83AA-399B-A129-37CE-EDC910A12633}"/>
              </a:ext>
            </a:extLst>
          </p:cNvPr>
          <p:cNvSpPr txBox="1"/>
          <p:nvPr/>
        </p:nvSpPr>
        <p:spPr>
          <a:xfrm flipH="1">
            <a:off x="3209638" y="3858307"/>
            <a:ext cx="91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POD</a:t>
            </a:r>
          </a:p>
        </p:txBody>
      </p:sp>
    </p:spTree>
    <p:extLst>
      <p:ext uri="{BB962C8B-B14F-4D97-AF65-F5344CB8AC3E}">
        <p14:creationId xmlns:p14="http://schemas.microsoft.com/office/powerpoint/2010/main" val="91021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E52565-3D79-9744-6793-7E4F439624D3}"/>
              </a:ext>
            </a:extLst>
          </p:cNvPr>
          <p:cNvSpPr txBox="1"/>
          <p:nvPr/>
        </p:nvSpPr>
        <p:spPr>
          <a:xfrm>
            <a:off x="1842655" y="502219"/>
            <a:ext cx="315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NFS Storage - </a:t>
            </a:r>
            <a:r>
              <a:rPr lang="en-US" dirty="0" err="1"/>
              <a:t>Yaml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D04E5-44F6-CC7D-EF45-E14946B99201}"/>
              </a:ext>
            </a:extLst>
          </p:cNvPr>
          <p:cNvSpPr/>
          <p:nvPr/>
        </p:nvSpPr>
        <p:spPr>
          <a:xfrm>
            <a:off x="1918854" y="1565564"/>
            <a:ext cx="6954981" cy="4058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083C9E-7F74-A7DD-0BAC-4D1B6420C958}"/>
              </a:ext>
            </a:extLst>
          </p:cNvPr>
          <p:cNvSpPr txBox="1"/>
          <p:nvPr/>
        </p:nvSpPr>
        <p:spPr>
          <a:xfrm>
            <a:off x="2507673" y="1745674"/>
            <a:ext cx="577734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apiVersion</a:t>
            </a:r>
            <a:r>
              <a:rPr lang="en-US" dirty="0"/>
              <a:t>: v1</a:t>
            </a:r>
          </a:p>
          <a:p>
            <a:r>
              <a:rPr lang="en-US" dirty="0"/>
              <a:t>kind: </a:t>
            </a:r>
            <a:r>
              <a:rPr lang="en-US" dirty="0" err="1"/>
              <a:t>PersistentVolume</a:t>
            </a:r>
            <a:endParaRPr lang="en-US" dirty="0"/>
          </a:p>
          <a:p>
            <a:r>
              <a:rPr lang="en-US" dirty="0"/>
              <a:t>metadata:</a:t>
            </a:r>
          </a:p>
          <a:p>
            <a:r>
              <a:rPr lang="en-US" dirty="0"/>
              <a:t>  name: pv0001 </a:t>
            </a:r>
          </a:p>
          <a:p>
            <a:r>
              <a:rPr lang="en-US" dirty="0"/>
              <a:t>spec:</a:t>
            </a:r>
          </a:p>
          <a:p>
            <a:r>
              <a:rPr lang="en-US" dirty="0"/>
              <a:t>  capacity:</a:t>
            </a:r>
          </a:p>
          <a:p>
            <a:r>
              <a:rPr lang="en-US" dirty="0"/>
              <a:t>    storage: 512Mi </a:t>
            </a:r>
          </a:p>
          <a:p>
            <a:r>
              <a:rPr lang="en-US" dirty="0"/>
              <a:t>  </a:t>
            </a:r>
            <a:r>
              <a:rPr lang="en-US" dirty="0" err="1"/>
              <a:t>accessModes</a:t>
            </a:r>
            <a:r>
              <a:rPr lang="en-US" dirty="0"/>
              <a:t>:</a:t>
            </a:r>
          </a:p>
          <a:p>
            <a:r>
              <a:rPr lang="en-US" dirty="0"/>
              <a:t>  - </a:t>
            </a:r>
            <a:r>
              <a:rPr lang="en-US" dirty="0" err="1"/>
              <a:t>ReadWriteOnce</a:t>
            </a:r>
            <a:r>
              <a:rPr lang="en-US" dirty="0"/>
              <a:t> </a:t>
            </a:r>
          </a:p>
          <a:p>
            <a:r>
              <a:rPr lang="en-US" dirty="0"/>
              <a:t>  </a:t>
            </a:r>
            <a:r>
              <a:rPr lang="en-US" dirty="0" err="1"/>
              <a:t>nfs</a:t>
            </a:r>
            <a:r>
              <a:rPr lang="en-US" dirty="0"/>
              <a:t>: </a:t>
            </a:r>
          </a:p>
          <a:p>
            <a:r>
              <a:rPr lang="en-US" dirty="0"/>
              <a:t>    path: /</a:t>
            </a:r>
            <a:r>
              <a:rPr lang="en-US" dirty="0" err="1"/>
              <a:t>tmp</a:t>
            </a:r>
            <a:r>
              <a:rPr lang="en-US" dirty="0"/>
              <a:t> </a:t>
            </a:r>
          </a:p>
          <a:p>
            <a:r>
              <a:rPr lang="en-US" dirty="0"/>
              <a:t>    server: 172.17.0.2 </a:t>
            </a:r>
          </a:p>
          <a:p>
            <a:r>
              <a:rPr lang="en-US" dirty="0"/>
              <a:t>  </a:t>
            </a:r>
            <a:r>
              <a:rPr lang="en-US" dirty="0" err="1"/>
              <a:t>persistentVolumeReclaimPolicy</a:t>
            </a:r>
            <a:r>
              <a:rPr lang="en-US" dirty="0"/>
              <a:t>: Retain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C563E-3246-5D5A-4E09-991760DCF728}"/>
              </a:ext>
            </a:extLst>
          </p:cNvPr>
          <p:cNvSpPr txBox="1"/>
          <p:nvPr/>
        </p:nvSpPr>
        <p:spPr>
          <a:xfrm>
            <a:off x="2161310" y="1234341"/>
            <a:ext cx="1745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Volume.yaml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2B8423-1CD0-4084-5FF4-06DDC2C865DC}"/>
              </a:ext>
            </a:extLst>
          </p:cNvPr>
          <p:cNvSpPr txBox="1"/>
          <p:nvPr/>
        </p:nvSpPr>
        <p:spPr>
          <a:xfrm>
            <a:off x="2161310" y="5902036"/>
            <a:ext cx="5805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Command –</a:t>
            </a:r>
          </a:p>
          <a:p>
            <a:r>
              <a:rPr lang="en-US" dirty="0" err="1"/>
              <a:t>Oc</a:t>
            </a:r>
            <a:r>
              <a:rPr lang="en-US" dirty="0"/>
              <a:t> create –f </a:t>
            </a:r>
            <a:r>
              <a:rPr lang="en-US" dirty="0" err="1"/>
              <a:t>volume.yaml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25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6E6345-9610-C217-1095-FF8C880B446B}"/>
              </a:ext>
            </a:extLst>
          </p:cNvPr>
          <p:cNvSpPr txBox="1"/>
          <p:nvPr/>
        </p:nvSpPr>
        <p:spPr>
          <a:xfrm>
            <a:off x="2078181" y="2743199"/>
            <a:ext cx="73636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Persistence</a:t>
            </a:r>
            <a:r>
              <a:rPr lang="en-US" sz="4800" dirty="0"/>
              <a:t> </a:t>
            </a:r>
            <a:r>
              <a:rPr lang="en-US" sz="4800" dirty="0">
                <a:solidFill>
                  <a:schemeClr val="accent2">
                    <a:lumMod val="75000"/>
                  </a:schemeClr>
                </a:solidFill>
              </a:rPr>
              <a:t>Volume</a:t>
            </a:r>
            <a:r>
              <a:rPr lang="en-US" sz="4800" dirty="0"/>
              <a:t> </a:t>
            </a:r>
            <a:r>
              <a:rPr lang="en-US" sz="4800" dirty="0">
                <a:solidFill>
                  <a:schemeClr val="accent2">
                    <a:lumMod val="75000"/>
                  </a:schemeClr>
                </a:solidFill>
              </a:rPr>
              <a:t>Claim</a:t>
            </a:r>
          </a:p>
        </p:txBody>
      </p:sp>
    </p:spTree>
    <p:extLst>
      <p:ext uri="{BB962C8B-B14F-4D97-AF65-F5344CB8AC3E}">
        <p14:creationId xmlns:p14="http://schemas.microsoft.com/office/powerpoint/2010/main" val="2909943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BE7726-5B02-A91A-B4AF-E9128CF29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14" y="1209822"/>
            <a:ext cx="11029071" cy="521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634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CF37A9-7D8B-CFB1-A95B-4CEDFF718461}"/>
              </a:ext>
            </a:extLst>
          </p:cNvPr>
          <p:cNvSpPr txBox="1"/>
          <p:nvPr/>
        </p:nvSpPr>
        <p:spPr>
          <a:xfrm>
            <a:off x="3311236" y="3144982"/>
            <a:ext cx="59020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Storage Class</a:t>
            </a:r>
          </a:p>
        </p:txBody>
      </p:sp>
    </p:spTree>
    <p:extLst>
      <p:ext uri="{BB962C8B-B14F-4D97-AF65-F5344CB8AC3E}">
        <p14:creationId xmlns:p14="http://schemas.microsoft.com/office/powerpoint/2010/main" val="2103098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FB691D-DB3D-9E3F-94E4-3E1C9DCACD53}"/>
              </a:ext>
            </a:extLst>
          </p:cNvPr>
          <p:cNvSpPr txBox="1"/>
          <p:nvPr/>
        </p:nvSpPr>
        <p:spPr>
          <a:xfrm flipH="1">
            <a:off x="1306949" y="429491"/>
            <a:ext cx="3874651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4800" dirty="0"/>
              <a:t>Storage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D0240-58F5-3BBA-C2D1-8D8962BE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61" y="1696587"/>
            <a:ext cx="6001588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59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164493-E8EF-ED58-496E-201F0D96A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7734"/>
            <a:ext cx="12192000" cy="518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50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2F9F62-5609-9C85-4D78-F593FAF37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35" y="1503324"/>
            <a:ext cx="11079929" cy="511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67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82</Words>
  <Application>Microsoft Office PowerPoint</Application>
  <PresentationFormat>Widescreen</PresentationFormat>
  <Paragraphs>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Openshift Storage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Subrat Sahu</dc:creator>
  <cp:lastModifiedBy>Subrat Sahu</cp:lastModifiedBy>
  <cp:revision>5</cp:revision>
  <dcterms:created xsi:type="dcterms:W3CDTF">2022-05-19T10:00:31Z</dcterms:created>
  <dcterms:modified xsi:type="dcterms:W3CDTF">2022-05-19T17:39:48Z</dcterms:modified>
</cp:coreProperties>
</file>