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362E3-D0B3-44B1-97C0-18E1AB553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62D6C9-5848-9C6F-AF9D-94B67EE9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F5BE7-853F-2092-1D3D-FA218C92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DF02E-E362-D19F-68ED-F842AF08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493B2-5153-25DF-46C0-858D095C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07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D250-EB9D-25F5-EC2B-C39C6050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9C4A3-7E1D-4A86-EFCE-EBD63F37C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4887E-6729-A885-84A1-BC833E67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47AA-85C4-5A65-4A4C-5FAA7AF2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0C78-143B-0B25-7DC7-62F13B49C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69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790D8-E943-9908-CBDC-62242D60F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C7B82-1814-9607-ABDC-81A9AFD72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C16B5-0A07-8989-703A-7BB0648E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C2DA5-827B-5213-E1BF-35837C9A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61F5-9281-DD91-A6E0-0756720F8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313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3099-8A1E-18F5-F713-14C418210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E982-1126-DF71-D7A7-6CD5932FC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CC9F-7167-B3B6-494D-BC0944055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4557F-161B-B040-9E2E-0E70FF81D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7A19D6-4A90-20BF-2ED1-F4DCC353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4768A-FEB4-4160-7C30-E37EC5776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43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00B69-A4BC-3920-C292-BAABC94E8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2ADBA-1FDD-98B1-EEC7-6CD9F2E9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812B0A-0EC8-CFCB-23A5-DBB7D4250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3A2BC1-7C70-E217-60BB-BDDCDA43D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6CB182-A8A3-ECAA-CFB7-6557F8FA2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14F077-B8D3-3FFC-B3A2-E67A568CD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280751-95A1-AEE8-5D6F-277413321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EDE34E-861F-9FDA-1F81-1A96CF551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84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A59A-4B59-A2C6-9D61-F7758151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28DF7-01E9-378F-9690-8E7958B75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DEFC0-7928-0632-2929-2A6B64C1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7A0884-4975-921B-C102-0DE45051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20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CE668-A592-C97A-85B5-B4B3EC33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2143E-4B3F-2DA3-2390-16BF702E0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96716E-C0CB-7A92-7A91-22CF4E7B4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52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22E8-F118-10D0-CC76-F1047A5D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FF944-38BF-E9FE-29E9-FE061C427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B930E-8C4A-5507-CF8E-7524543E5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A1A54-0CD0-A85E-D069-477FE739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9EAA1-AFE5-3D62-20B3-7DE830C3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80E7C-4564-C684-2D35-C931330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0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021AA-DFE2-849C-3AED-53CECB4C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5D0021-D143-6340-61EB-EF6143D9B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A4C7CF-8D0F-AB00-1239-A1FB57F58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31241-5221-4E8D-F304-D470C1074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0729-DBE0-9835-4DE8-02193A694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77EA1-8DE8-429F-13B7-ABF25F18F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10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BFE38-B684-CDF1-DEE0-9AF021DD1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18DEAA-3C17-1F74-D6D5-FC896EDEA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9ECEE-A90E-1650-87BA-A40DFC1C7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DAB18-310C-F739-736F-AF6D25F8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60ECB5-3349-C922-D68D-BB882DC00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1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00EC7-F23A-A9F3-74BD-2ADA93892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7779D-DA46-72C8-57AD-1EF4D45BB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B5ECE-6902-A615-F8ED-6DFE06239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BDD28-F65E-630D-044B-B642158D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DA18E-BD3E-B325-8A83-F0ECD063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91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E9B4A-ECA4-EB4A-A584-67940682D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E9459A-F05C-6A5A-C93F-990560803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D97AD-7BD1-ACDB-2B44-C48DDD177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B6A46-98C2-4E57-B752-98BC7E83851C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D7B24-8B2D-5C4E-A899-EB66BC4A40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E5D55-1679-8BF7-E6E7-01D7F65F9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9E14B-0EB4-40C0-9F83-73FAAEE6C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3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ue hexagon with a white wheel in the center&#10;&#10;Description automatically generated">
            <a:extLst>
              <a:ext uri="{FF2B5EF4-FFF2-40B4-BE49-F238E27FC236}">
                <a16:creationId xmlns:a16="http://schemas.microsoft.com/office/drawing/2014/main" id="{64E35ECB-D817-1DF2-CA1E-739A7658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65" y="643467"/>
            <a:ext cx="964687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48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A1D3-25D5-5FEC-F940-D7E3B1F80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5AD5-238A-791F-A0A7-43EF39606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Kubernetes is a container orchestration technology</a:t>
            </a:r>
          </a:p>
          <a:p>
            <a:r>
              <a:rPr lang="en-US" dirty="0"/>
              <a:t>Kubernetes comes with a capability of automating deployment, scaling of application, and operations of application containers across clusters</a:t>
            </a:r>
          </a:p>
          <a:p>
            <a:r>
              <a:rPr lang="en-US" dirty="0"/>
              <a:t>Written on </a:t>
            </a:r>
            <a:r>
              <a:rPr lang="en-US" dirty="0" err="1"/>
              <a:t>GoLang</a:t>
            </a:r>
            <a:r>
              <a:rPr lang="en-US" dirty="0"/>
              <a:t>, it was first developed by Google and later donated to CNCF(Cloud Native Computing Foundation)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013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FA1D3-25D5-5FEC-F940-D7E3B1F8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0293" y="307374"/>
            <a:ext cx="7179644" cy="1325563"/>
          </a:xfrm>
          <a:ln w="381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25AD5-238A-791F-A0A7-43EF39606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1497" y="1883377"/>
            <a:ext cx="5957236" cy="4351338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Auto Scaling</a:t>
            </a:r>
          </a:p>
          <a:p>
            <a:r>
              <a:rPr lang="en-US" dirty="0"/>
              <a:t>Automate Deployment</a:t>
            </a:r>
          </a:p>
          <a:p>
            <a:r>
              <a:rPr lang="en-US" dirty="0"/>
              <a:t>Fault Tolerance</a:t>
            </a:r>
          </a:p>
          <a:p>
            <a:r>
              <a:rPr lang="en-US" dirty="0"/>
              <a:t>Load Balancing</a:t>
            </a:r>
          </a:p>
          <a:p>
            <a:r>
              <a:rPr lang="en-US" dirty="0"/>
              <a:t>Rollout and Rollback</a:t>
            </a:r>
          </a:p>
          <a:p>
            <a:r>
              <a:rPr lang="en-US" dirty="0"/>
              <a:t>Health Monitoring</a:t>
            </a:r>
          </a:p>
          <a:p>
            <a:r>
              <a:rPr lang="en-US" dirty="0"/>
              <a:t>Platform Independent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174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0C5A7-0F43-C1CC-5F48-4054DE2A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Kubernetes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109BB-15E1-5B36-EAFF-38CD15A17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440"/>
            <a:ext cx="10515600" cy="4815523"/>
          </a:xfrm>
          <a:ln w="38100"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b="1" dirty="0"/>
              <a:t>Node(</a:t>
            </a:r>
            <a:r>
              <a:rPr lang="en-US" b="1" dirty="0" err="1"/>
              <a:t>Minios</a:t>
            </a:r>
            <a:r>
              <a:rPr lang="en-US" b="1" dirty="0"/>
              <a:t>)</a:t>
            </a:r>
            <a:r>
              <a:rPr lang="en-US" dirty="0"/>
              <a:t> - </a:t>
            </a:r>
            <a:r>
              <a:rPr lang="en-US" sz="2400" dirty="0"/>
              <a:t>A node is a machine – physical or virtual – on which </a:t>
            </a:r>
            <a:r>
              <a:rPr lang="en-US" sz="2400" dirty="0" err="1"/>
              <a:t>kubernetes</a:t>
            </a:r>
            <a:r>
              <a:rPr lang="en-US" sz="2400" dirty="0"/>
              <a:t> is installed. A node is a worker machine and this is were containers will be launched by Kubernetes.</a:t>
            </a:r>
          </a:p>
          <a:p>
            <a:pPr marL="0" indent="0">
              <a:buNone/>
            </a:pPr>
            <a:r>
              <a:rPr lang="en-US" sz="2400" b="1" dirty="0"/>
              <a:t>Cluster</a:t>
            </a:r>
            <a:r>
              <a:rPr lang="en-US" sz="2400" dirty="0"/>
              <a:t> - A cluster is a set of nodes grouped together. </a:t>
            </a:r>
          </a:p>
          <a:p>
            <a:pPr marL="0" indent="0">
              <a:buNone/>
            </a:pPr>
            <a:r>
              <a:rPr lang="en-US" sz="2400" b="1" dirty="0"/>
              <a:t>Master</a:t>
            </a:r>
            <a:r>
              <a:rPr lang="en-US" sz="2400" dirty="0"/>
              <a:t> - The master watches over the nodes in the cluster and is responsible for the actual orchestration of containers on the worker nodes.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CAA6EF-4E26-D7A6-B89E-7DF46CF76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768" y="3728720"/>
            <a:ext cx="5508752" cy="244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2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64B8-350E-7B0F-EE7B-40FA75BA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513B68-1E1D-A83D-5822-1F7DDC2CD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API Server</a:t>
            </a:r>
          </a:p>
          <a:p>
            <a:r>
              <a:rPr lang="en-US" dirty="0"/>
              <a:t>ETCD service</a:t>
            </a:r>
          </a:p>
          <a:p>
            <a:r>
              <a:rPr lang="en-US" dirty="0" err="1"/>
              <a:t>Kubelet</a:t>
            </a:r>
            <a:r>
              <a:rPr lang="en-US" dirty="0"/>
              <a:t> service</a:t>
            </a:r>
          </a:p>
          <a:p>
            <a:r>
              <a:rPr lang="en-US" dirty="0"/>
              <a:t>Container Runtime</a:t>
            </a:r>
          </a:p>
          <a:p>
            <a:r>
              <a:rPr lang="en-US" dirty="0"/>
              <a:t>Controllers</a:t>
            </a:r>
          </a:p>
          <a:p>
            <a:r>
              <a:rPr lang="en-US" dirty="0"/>
              <a:t>Schedulers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F6F01E-C8F7-591F-F9F8-4972963DC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974" y="1690688"/>
            <a:ext cx="7149946" cy="3501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349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2A6E4-F022-EE05-6210-009880B60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687C5A-D134-B24D-A3C6-AD67662FD7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3280" y="1808479"/>
            <a:ext cx="7660639" cy="4027119"/>
          </a:xfrm>
        </p:spPr>
      </p:pic>
    </p:spTree>
    <p:extLst>
      <p:ext uri="{BB962C8B-B14F-4D97-AF65-F5344CB8AC3E}">
        <p14:creationId xmlns:p14="http://schemas.microsoft.com/office/powerpoint/2010/main" val="2642678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14827</TotalTime>
  <Words>154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Overview</vt:lpstr>
      <vt:lpstr>Features</vt:lpstr>
      <vt:lpstr>Kubernetes Architecture</vt:lpstr>
      <vt:lpstr>Components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 Sahu</dc:creator>
  <cp:lastModifiedBy>Subrat Sahu</cp:lastModifiedBy>
  <cp:revision>11</cp:revision>
  <dcterms:created xsi:type="dcterms:W3CDTF">2024-03-01T08:20:36Z</dcterms:created>
  <dcterms:modified xsi:type="dcterms:W3CDTF">2024-03-11T15:32:03Z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2024-03-01T08:24:20Z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283c7e82-b9c9-461e-88ad-a83b98c68a8f</vt:lpwstr>
  </property>
  <property fmtid="{D5CDD505-2E9C-101B-9397-08002B2CF9AE}" pid="8" name="MSIP_Label_2ae551e3-0043-40f0-9a67-12d995049d50_ContentBits">
    <vt:lpwstr>0</vt:lpwstr>
  </property>
</Properties>
</file>